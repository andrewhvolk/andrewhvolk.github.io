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3657600" cy="36576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7.1  |  Applications and Models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206240"/>
            <a:ext cx="2286000" cy="54864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54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7.1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 of Right Triangle Trigonometry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 — Topics Covered (7 Skills)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 side length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problem: one right triangle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trig functions and d = rt formula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6090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an angle measure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of elevation and depression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right triangle completely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problem: two right triangles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Problem-Solving Strategy for Applications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Read carefully and identify what is given and what is asked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Draw a diagram — label all known sides and angles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Identify the right triangle(s) in the problem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Choose the appropriate trig ratio (SOH CAH TOA)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Set up the equation and solve for the unknown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Check your answer — does it make sense in context?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7: Include units in your final answer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Finding a Side Length with a Trig Ratio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triangle has hypotenuse 20 m and an angle of 42°. Find the side opposite the 42° angle.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know: hypotenuse = 20, angle = 42°, want: opposite side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sin (SOH): sin 42° = opposite / 20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= 20 · sin 42° = 20 × 0.6691 ≈ 13.38 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13.38 &lt; 20 ✓ (opposite must be shorter than hypotenuse)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Word Problem: One Right Triangle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Incline in Manitou Springs, CO, gains 2,011 ft of elevation over a horizontal distance of 0.88 mi (4,646 ft). What is the angle of incline?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right triangle: vertical = 2,011 ft, horizontal = 4,646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opposite / adjacent = 2,011 / 4,646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tan⁻¹(2,011 / 4,646) = tan⁻¹(0.4329)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≈ 23.4°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incline rises at approximately 23.4° from horizontal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Trigonometric Functions and d = 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Distance Formula: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rt (distance = rate × time). Combined with trigonometry, we can solve navigation and motion problems in two dimensions.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component of velocity: vₓ = v cos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component of velocity: vᵧ = v sin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distance: dₓ = vₓ × t = v cos θ × 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distance: dᵧ = vᵧ × t = v sin θ × 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Using Trig and d = 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plane flies at 250 mph on a heading 30° north of east for 2 hours. How far north and how far east has it traveled?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distance: d = rt = 250 × 2 = 500 miles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Eastward distance: dₓ = 500 cos 30° = 500 × 0.8660 ≈ 433.0 mi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Northward distance: dᵧ = 500 sin 30° = 500 × 0.5 = 250.0 mi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√(433² + 250²) = √(187,489 + 62,500) = √250,000 ≈ 500 ✓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Finding an Angle Using a Trig Ratio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right triangle, the side opposite angle A is 7 and the hypotenuse is 15. Find angle 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opposite / hypotenuse = 7 / 15 ≈ 0.4667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sin⁻¹(0.4667)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27.8°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Use sin⁻¹ (or arcsin), cos⁻¹, or tan⁻¹ to find angles from ratios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calculator is in degree mode!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 of Elevation and Depression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 of Elevation: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measured upward from the horizontal line of sight to a point above. Angle of Depression is measured downward from the horizontal to a point below.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measured from the horizontal (not from vertical)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of elevation = angle of depression (alternate interior angles)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applications: surveying, navigation, architecture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draw the horizontal reference line at the observer's eye level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of Elevation/Depression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top of a 120 ft lighthouse, the angle of depression to a ship is 15°. How far is the ship from the base of the lighthouse?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 of depression from the top equals the angle of elevation from the ship = 15°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15° = opposite / adjacent = 120 / 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tan 15° = 120 / 0.2679 ≈ 447.9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 is approximately 448 ft from the base of the lighthouse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a Right Triangle — Complete Process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enough information (one side + one acute angle, or two sides), find all six parts: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Label the triangle — sides a, b, c (hypotenuse) and angles A, B, C = 90°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Find the third angle: A + B = 90° (since C = 90°)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Use trig ratios to find unknown sides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Verify with Pythagorean Theorem: a² + b² = c²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Report all three sides and all three angles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Solving a Right Triangle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right triangle: A = 35°, c = 24 (hypotenuse), C = 90°.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90° − 35° = 55°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c sin A = 24 sin 35° = 24 × 0.5736 ≈ 13.77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c cos A = 24 cos 35° = 24 × 0.8192 ≈ 19.66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a² + b² = 13.77² + 19.66² = 189.6 + 386.5 = 576.1 ≈ 24² = 576 ✓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 = 35°, B = 55°, C = 90°, a ≈ 13.77, b ≈ 19.66, c = 24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Two Right Triangles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point on level ground, the angle of elevation to the top of a building is 31°. Moving 50 ft closer, the angle of elevation is 53°. Find the height of the building.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h = height, d = distance from closer point to building base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closer: tan 53° = h/d → h = d tan 53°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farther: tan 31° = h/(d + 50) → h = (d + 50) tan 31°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equal: d tan 53° = (d + 50) tan 31°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d(1.3270) = d(0.6009) + 50(0.6009) → d(0.7261) = 30.04 → d ≈ 41.37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41.37 × tan 53° ≈ 41.37 × 1.3270 ≈ 54.9 ft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Aviation Application: The 60:1 Rule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widely used approximation in aviation: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 nautical miles (NM), 1° of arc ≈ 1 NM of lateral offset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works: at small angles, tan θ ≈ θ (in radians)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tan 1° ≈ 0.01745,  and 1/60 ≈ 0.01667  (close enough for piloting)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uses: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1° pitch change ≈ 100 ft altitude change per NM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At 30 NM: 1° ≈ 0.5 NM offset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At 20 NM: 1° ≈ 0.33 NM offset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Aviation: Glide Path Angle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is at 6,076 ft altitude and 3.0 NM from the runway. What is the descent angle?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Convert: 3.0 NM = 3.0 × 6,076 ft = 18,228 ft horizontal distance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6,076 / 18,228 ≈ 0.3334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— using the 60:1 rule: altitude / (NM × 100) ≈ descent angle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6,076 / (3 × 6,076) = 1/3 → about 18.4°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Exact: θ = tan⁻¹(6076/18228) ≈ 18.4°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(Standard ILS glide slope is approximately 3°)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Formation Flight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T-37 formation, the wingman flies 30° aft of abeam with 10 ft wingtip clearance. Wingspan is 33 ft 8 in. How far apart are the pilots?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wingtip to wingtip center-to-center = 10 + 33.67/2 + 33.67/2 = 43.67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43.67 ft is the 'adjacent' side (abeam distance = perpendicular to flight path)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30° = adjacent / hypotenuse → hypotenuse = 43.67 / cos 30°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Pilot-to-pilot distance = 43.67 / 0.8660 ≈ 50.4 ft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Navigation: Displacement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jet flies 60° north of east for 190 mi, then turns to 10° north of east for 280 mi. Find the total displacement from start.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1: East = 190 cos 60° = 95 mi, North = 190 sin 60° = 164.5 mi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2: East = 280 cos 10° = 275.7 mi, North = 280 sin 10° = 48.6 mi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East = 95 + 275.7 = 370.7 mi, North = 164.5 + 48.6 = 213.1 mi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= √(370.7² + 213.1²) = √(137,418 + 45,412) ≈ 427.7 mi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= tan⁻¹(213.1 / 370.7) ≈ 29.9° north of east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SOH CAH TOA to real-world problems with right triangles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inverse trig functions to find unknown angles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trig with d = rt for navigation and motion problems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of elevation and depression — always measured from horizontal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right triangle: find all 3 sides and all 3 angles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Two-triangle problems: set up equations with shared sides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Aviation: 60:1 rule, glide paths, formation geometry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topics total for this module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12: Section 7.1</dc:title>
  <dc:subject>PptxGenJS Presentation</dc:subject>
  <dc:creator>Math 130</dc:creator>
  <cp:lastModifiedBy>Math 130</cp:lastModifiedBy>
  <cp:revision>1</cp:revision>
  <dcterms:created xsi:type="dcterms:W3CDTF">2026-03-11T16:39:30Z</dcterms:created>
  <dcterms:modified xsi:type="dcterms:W3CDTF">2026-03-11T16:39:30Z</dcterms:modified>
</cp:coreProperties>
</file>