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E3A5F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2286000"/>
            <a:ext cx="3200400" cy="3200400"/>
          </a:xfrm>
          <a:prstGeom prst="ellipse">
            <a:avLst/>
          </a:prstGeom>
          <a:solidFill>
            <a:srgbClr val="0891B2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of Right Triangle Trigonometry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130: Advanced Technical Mathematics  |  Unit 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Models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ALEKS Skills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7.1 — Skills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05156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 side length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58191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 with one right triangle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157984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112264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 functions and d = rt in real-world problems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642616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trig ratio to find an angle measure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218688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1729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of elevation or depression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374904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370332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a right triangle completely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427939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34440" y="423367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problem with two right triangles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E0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572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Skills 1 &amp; 2 also appeared in Module 10 (Section 5.2) — counted once toward your ALEKS total.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Problem-Solving Strategy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07899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78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005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carefully — identify what is given and what is asked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719072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6459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diagram — label all known sides and angles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35915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86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right triangle(s) in the problem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926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trig ratio: SOH CAH TOA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3639312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equation and solve for the unknown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4279392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2062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— does the answer make sense? Include units.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 Side Length with Trig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Hypotenuse = 20 m, angle = 42°. Find the opposite side.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73736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Identify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Know: hypotenuse = 20, angle = 42°.  Need: opposite side → use sin (SOH)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Set up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42° = opposite / 20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Solve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opposite = 20 × sin 42° = 20 × 0.6691 ≈ 13.38 m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13.38 &lt; 20 ✓ (opposite &lt; hypotenuse)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an Angle Using Inverse Trig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029200" cy="50292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= 7, hypotenuse = 15. Find angle A.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640080"/>
            <a:ext cx="3200400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5029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737360"/>
            <a:ext cx="4663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opp / hyp = 7 / 15 ≈ 0.4667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sin⁻¹(0.4667)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≈ 27.8°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sin⁻¹ (arcsin), cos⁻¹, or tan⁻¹ to find angles.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calculator is in DEGREE mode!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 of Elevation and Depression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640080"/>
            <a:ext cx="5029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03520" y="914400"/>
            <a:ext cx="35661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486400" y="960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Facts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0" y="141732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Elevation: looking UP from horizontal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Depression: looking DOWN from horizontal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measured from the horizontal (never from vertical)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of elevation = angle of depression (alternate interior angles)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draw the horizontal at the observer's eye level.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Angle of Depression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4572000" cy="50292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772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120 ft lighthouse top, depression to a ship is 15°. Find the distance.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457200"/>
            <a:ext cx="393192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508760"/>
            <a:ext cx="43891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645920"/>
            <a:ext cx="40233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from top = elevation from ship = 15°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15° = opposite / adjacent = 120 / 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Solve: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120 / tan 15°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120 / 0.2679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≈ 447.9 ft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 Functions and d = rt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731520"/>
            <a:ext cx="3840480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914400"/>
            <a:ext cx="4389120" cy="914400"/>
          </a:xfrm>
          <a:prstGeom prst="rect">
            <a:avLst/>
          </a:prstGeom>
          <a:solidFill>
            <a:srgbClr val="0F2B4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40080" y="9601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= rt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trig lets us resolve motion into horizontal and vertical components.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2103120"/>
            <a:ext cx="43891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2103120"/>
            <a:ext cx="64008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2121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Horizontal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dₓ = v cos θ × 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43891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880360"/>
            <a:ext cx="64008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898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dᵧ = v sin θ × 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Trig and d = 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4572000" cy="50292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plane flies at 250 mph, 30° north of east, for 2 hours. How far N and E?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640080"/>
            <a:ext cx="384048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438912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737360"/>
            <a:ext cx="4023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distance: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rt = 250 × 2 = 500 miles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East (horizontal):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dₓ = 500 cos 30° = 500 × 0.866 ≈ 433 mi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 (vertical):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dᵧ = 500 sin 30° = 500 × 0.5 = 250 mi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√(433² + 250²) = √250,000 = 500 ✓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731520"/>
          </a:xfrm>
          <a:prstGeom prst="rect">
            <a:avLst/>
          </a:prstGeom>
          <a:solidFill>
            <a:srgbClr val="0F2B4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9601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"Solve" a triangle: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all 3 sides and all 3 angles. You need at least one side plus one other known part.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731520"/>
            <a:ext cx="347472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929384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9728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angle: A + B = 90° → B = 90° − 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569464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2569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2514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trig ratios to find unknown sides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209544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97280" y="3154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a² + b² = c²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— Solving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A = 35°, c = 24 (hypotenuse), C = 90°. Find B, a, and 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737360"/>
            <a:ext cx="76809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B: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= 90° − 35° = 55°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a (opposite A):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c sin A = 24 × sin 35° = 24 × 0.5736 ≈ 13.77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b (adjacent to A):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c cos A = 24 × cos 35° = 24 × 0.8192 ≈ 19.66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13.77² + 19.66² = 189.6 + 386.5 = 576.1 ≈ 24² = 576 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E0F7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72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 A = 35°,  B = 55°,  C = 90°,  a ≈ 13.77,  b ≈ 19.66,  c = 24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 Problem — Two Right Triangles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to a building top is 31° from one point, 53° from 50 ft closer. Find the height.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188720"/>
            <a:ext cx="420624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1417320"/>
            <a:ext cx="42976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1554480"/>
            <a:ext cx="3931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 two equations: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Closer: tan 53° = h / d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Farther: tan 31° = h / (d + 50)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Solve: h = d tan 53° = (d+50) tan 31°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d(1.327) = d(0.601) + 50(0.601)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d(0.726) = 30.04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≈ 41.4 ft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41.4 × tan 53° ≈ 41.4 × 1.327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 ≈ 54.9 ft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Solving Triangles (Exact Values)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77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5: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special triangles to find exact side lengths (not decimal approximations).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1148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17320"/>
            <a:ext cx="64008" cy="32004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30-60-90 with adj = 5, θ = 60°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96596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60° = opp / 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 = 5 tan 60° = 5√3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60° = 5 / hyp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 = 5 / cos 60° = 5 / (1/2) = 10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Use exact trig values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60° = √3,  cos 60° = 1/2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417320"/>
            <a:ext cx="64008" cy="3200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45-45-90 with hyp = 14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45° = opp / 14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 = 14 sin 45° = 14 × √2/2 = 7√2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legs equal in 45-45-90: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 = opp = 7√2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Use exact trig values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45° = cos 45° = √2/2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Solve a Right Triangle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77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6: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two sides, find all angles and the third side. Example: a = 11, c = 35.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508760"/>
            <a:ext cx="7315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1645920"/>
            <a:ext cx="6949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Find angle 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 = a/c = 11/35 ≈ 0.3143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= sin⁻¹(0.3143) ≈ 18.3°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Find angle B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= 90° − 18.3° = 71.7°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Find side b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√(c² − a²) = √(1225 − 121) = √1104 ≈ 33.2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A ≈ 18.3°,  B ≈ 71.7°,  C = 90°,  a = 11,  b ≈ 33.2,  c = 35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Prep — Elevation &amp; Depression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solidFill>
            <a:srgbClr val="F9731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77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3, Problem 8: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two points, angles of elevation to a tower give two right triangles with a shared height.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645920"/>
            <a:ext cx="7680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approach for two-triangle elevation problems: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Let h = unknown height, d = closer distance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Closer:   tan(large angle) = h / d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Farther:  tan(small angle) = h / (d + gap)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Both equal h, so set right sides equal: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d × tan(large) = (d + gap) × tan(small)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Solve for d, then h = d × tan(large angle)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pattern appears on the test — practice setting up the two equations!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E3A5F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-1371600"/>
            <a:ext cx="3200400" cy="3200400"/>
          </a:xfrm>
          <a:prstGeom prst="ellipse">
            <a:avLst/>
          </a:prstGeom>
          <a:solidFill>
            <a:srgbClr val="0891B2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12 Summary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ALEKS Topics  |  Section 7.1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Skills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019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sides (SOH CAH TOA), find angles (inverse trig), solve complete right triangles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871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8163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Elevation/depression word problems, d = rt with trig components, two-triangle problems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383280"/>
            <a:ext cx="7680960" cy="7772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for Test 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73075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5 (exact values with special triangles), Problem 6 (solve right triangle from two sides), Problem 8 (two-triangle elevation)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13 — Section 8.4 (Vectors in Component Form)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 — Section 7.1</dc:title>
  <dc:subject>PptxGenJS Presentation</dc:subject>
  <dc:creator>Math 130</dc:creator>
  <cp:lastModifiedBy>Math 130</cp:lastModifiedBy>
  <cp:revision>1</cp:revision>
  <dcterms:created xsi:type="dcterms:W3CDTF">2026-03-12T18:10:07Z</dcterms:created>
  <dcterms:modified xsi:type="dcterms:W3CDTF">2026-03-12T18:10:07Z</dcterms:modified>
</cp:coreProperties>
</file>